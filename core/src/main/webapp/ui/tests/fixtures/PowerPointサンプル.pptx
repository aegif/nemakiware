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/>
        </p:spPr>
        <p:txBody>
          <a:bodyPr/>
          <a:p>
            <a:r>
              <a:rPr lang="ja-JP" sz="4400" b="1"/>
              <a:t>PowerPointサンプル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828800"/>
            <a:ext cx="8229600" cy="4114800"/>
          </a:xfrm>
          <a:prstGeom prst="rect"/>
        </p:spPr>
        <p:txBody>
          <a:bodyPr/>
          <a:p>
            <a:r>
              <a:rPr lang="ja-JP" sz="2800"/>
              <a:t>これはプレビューテスト用のサンプルスライドです。</a:t>
            </a:r>
          </a:p>
        </p:txBody>
      </p:sp>
    </p:spTree>
  </p:cSld>
</p:sld>
</file>